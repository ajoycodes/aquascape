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embeddedFontLst>
    <p:embeddedFont>
      <p:font typeface="Source Serif Pro"/>
      <p:regular r:id="rId31"/>
    </p:embeddedFont>
    <p:embeddedFont>
      <p:font typeface="Radio Canada Big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xmlns="" Id="rId31" Type="http://schemas.openxmlformats.org/officeDocument/2006/relationships/font" Target="fonts/rId31.fntdata"/><Relationship xmlns="" Id="rId32" Type="http://schemas.openxmlformats.org/officeDocument/2006/relationships/font" Target="fonts/rId3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joycodes/AquaScape" TargetMode="External"/><Relationship Id="rId2" Type="http://schemas.openxmlformats.org/officeDocument/2006/relationships/image" Target="../media/image-2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04988" y="1476375"/>
            <a:ext cx="5534025" cy="35147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095750"/>
            <a:ext cx="9144000" cy="800100"/>
          </a:xfrm>
          <a:prstGeom prst="rect">
            <a:avLst/>
          </a:prstGeom>
          <a:solidFill>
            <a:srgbClr val="F3EFE3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657725"/>
            <a:ext cx="9144000" cy="4857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190500" y="4810125"/>
            <a:ext cx="3333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spc="-46" kern="0" dirty="0">
                <a:solidFill>
                  <a:srgbClr val="6C6C6C">
                    <a:alpha val="99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CSE 3110 - Database Systems Lab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5619750" y="4810125"/>
            <a:ext cx="33337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8"/>
              </a:lnSpc>
              <a:buNone/>
            </a:pPr>
            <a:r>
              <a:rPr lang="en-US" sz="1140" spc="-46" kern="0" dirty="0">
                <a:solidFill>
                  <a:srgbClr val="6C6C6C">
                    <a:alpha val="99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by 2207037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666750" y="466725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75"/>
              </a:lnSpc>
              <a:buNone/>
            </a:pPr>
            <a:r>
              <a:rPr lang="en-US" sz="4275" spc="-214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AquaScape</a:t>
            </a:r>
            <a:endParaRPr lang="en-US" sz="4275" dirty="0"/>
          </a:p>
        </p:txBody>
      </p:sp>
      <p:sp>
        <p:nvSpPr>
          <p:cNvPr id="8" name="Text 5"/>
          <p:cNvSpPr/>
          <p:nvPr/>
        </p:nvSpPr>
        <p:spPr>
          <a:xfrm>
            <a:off x="1995487" y="1090613"/>
            <a:ext cx="51577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1069" spc="-43" kern="0" dirty="0">
                <a:solidFill>
                  <a:srgbClr val="000000">
                    <a:alpha val="99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AquaScape is a full-stack web application built for an aquarium retail business </a:t>
            </a:r>
            <a:endParaRPr lang="en-US" sz="106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" y="1143000"/>
            <a:ext cx="7543800" cy="571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0100" y="1714500"/>
            <a:ext cx="7543800" cy="571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0100" y="2286000"/>
            <a:ext cx="7543800" cy="571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0100" y="2857500"/>
            <a:ext cx="7543800" cy="5715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0100" y="3429000"/>
            <a:ext cx="75438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0100" y="4000500"/>
            <a:ext cx="7543800" cy="5715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85750" y="571500"/>
            <a:ext cx="85725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710" spc="-51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Key Features</a:t>
            </a:r>
            <a:endParaRPr lang="en-US" sz="17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9762" y="2205038"/>
            <a:ext cx="53244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8"/>
              </a:lnSpc>
              <a:buNone/>
            </a:pPr>
            <a:r>
              <a:rPr lang="en-US" sz="2280" spc="-68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Technology Stack</a:t>
            </a:r>
            <a:endParaRPr lang="en-US" sz="2280" dirty="0"/>
          </a:p>
        </p:txBody>
      </p:sp>
      <p:sp>
        <p:nvSpPr>
          <p:cNvPr id="3" name="Text 1"/>
          <p:cNvSpPr/>
          <p:nvPr/>
        </p:nvSpPr>
        <p:spPr>
          <a:xfrm>
            <a:off x="2581275" y="2662238"/>
            <a:ext cx="3981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710" spc="-68" kern="0" dirty="0">
                <a:solidFill>
                  <a:srgbClr val="000000">
                    <a:alpha val="99000"/>
                  </a:srgbClr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React → Express → Oracle → Docker volume</a:t>
            </a:r>
            <a:endParaRPr lang="en-US" sz="1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9762" y="942975"/>
            <a:ext cx="53244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8"/>
              </a:lnSpc>
              <a:buNone/>
            </a:pPr>
            <a:r>
              <a:rPr lang="en-US" sz="2280" spc="-68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Database Architecture</a:t>
            </a:r>
            <a:endParaRPr lang="en-US" sz="22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9188" y="1590675"/>
            <a:ext cx="6905625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9762" y="371475"/>
            <a:ext cx="53244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8"/>
              </a:lnSpc>
              <a:buNone/>
            </a:pPr>
            <a:r>
              <a:rPr lang="en-US" sz="2280" spc="-68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Database PL/SQL, Triggers, Schema</a:t>
            </a:r>
            <a:endParaRPr lang="en-US" sz="228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857250"/>
            <a:ext cx="6102637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163" y="2286000"/>
            <a:ext cx="6543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75"/>
              </a:lnSpc>
              <a:buNone/>
            </a:pPr>
            <a:r>
              <a:rPr lang="en-US" sz="4275" spc="-214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Schema Diagram</a:t>
            </a:r>
            <a:endParaRPr lang="en-US" sz="42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6213" y="257175"/>
            <a:ext cx="8791575" cy="46339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163" y="2286000"/>
            <a:ext cx="6543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75"/>
              </a:lnSpc>
              <a:buNone/>
            </a:pPr>
            <a:r>
              <a:rPr lang="en-US" sz="4275" spc="-214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ER Diagram</a:t>
            </a:r>
            <a:endParaRPr lang="en-US" sz="4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8113" y="1157288"/>
            <a:ext cx="8867775" cy="2828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163" y="2286000"/>
            <a:ext cx="6543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75"/>
              </a:lnSpc>
              <a:buNone/>
            </a:pPr>
            <a:r>
              <a:rPr lang="en-US" sz="4275" spc="-214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Project Screenshots</a:t>
            </a:r>
            <a:endParaRPr lang="en-US" sz="4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41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41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32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32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32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23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23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23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23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23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9238" y="609600"/>
            <a:ext cx="6102641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163" y="2286000"/>
            <a:ext cx="6543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75"/>
              </a:lnSpc>
              <a:buNone/>
            </a:pPr>
            <a:r>
              <a:rPr lang="en-US" sz="4275" spc="-214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Github</a:t>
            </a:r>
            <a:endParaRPr lang="en-US" sz="4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163" y="371475"/>
            <a:ext cx="65436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710" u="sng" spc="-51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</a:t>
            </a:r>
            <a:endParaRPr lang="en-US" sz="171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96884" y="862013"/>
            <a:ext cx="6102637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0163" y="2286000"/>
            <a:ext cx="65436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75"/>
              </a:lnSpc>
              <a:buNone/>
            </a:pPr>
            <a:r>
              <a:rPr lang="en-US" sz="4275" spc="-214" kern="0" dirty="0">
                <a:solidFill>
                  <a:srgbClr val="000000">
                    <a:alpha val="99000"/>
                  </a:srgbClr>
                </a:solidFill>
                <a:latin typeface="Radio Canada Big" pitchFamily="34" charset="0"/>
                <a:ea typeface="Radio Canada Big" pitchFamily="34" charset="-122"/>
                <a:cs typeface="Radio Canada Big" pitchFamily="34" charset="-120"/>
              </a:rPr>
              <a:t>Thank you!</a:t>
            </a:r>
            <a:endParaRPr lang="en-US" sz="4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2026-07-18T17:26:50Z</dcterms:created>
  <dcterms:modified xsi:type="dcterms:W3CDTF">2026-07-18T17:26:50Z</dcterms:modified>
</cp:coreProperties>
</file>